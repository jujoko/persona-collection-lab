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454331cecb4073" /><Relationship Type="http://schemas.openxmlformats.org/officeDocument/2006/relationships/extended-properties" Target="/docProps/app.xml" Id="R660a84486c3f4df9" /><Relationship Type="http://schemas.openxmlformats.org/officeDocument/2006/relationships/officeDocument" Target="/ppt/presentation.xml" Id="Rf5b2d87cd49d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6c5150ecf8496d"/>
  </p:sldMasterIdLst>
  <p:notesMasterIdLst>
    <p:notesMasterId xmlns:r="http://schemas.openxmlformats.org/officeDocument/2006/relationships" r:id="R5cf29084bf4f4f94"/>
  </p:notesMasterIdLst>
  <p:sldIdLst>
    <p:sldId xmlns:r="http://schemas.openxmlformats.org/officeDocument/2006/relationships" id="256" r:id="Ra54df8e5f8174aea"/>
    <p:sldId xmlns:r="http://schemas.openxmlformats.org/officeDocument/2006/relationships" id="257" r:id="R3af55c5fb33e4e83"/>
    <p:sldId xmlns:r="http://schemas.openxmlformats.org/officeDocument/2006/relationships" id="258" r:id="Re06fd14b21b14908"/>
    <p:sldId xmlns:r="http://schemas.openxmlformats.org/officeDocument/2006/relationships" id="259" r:id="Rabe61c0a3c6342ac"/>
    <p:sldId xmlns:r="http://schemas.openxmlformats.org/officeDocument/2006/relationships" id="260" r:id="Re7b607bc7e8247fc"/>
    <p:sldId xmlns:r="http://schemas.openxmlformats.org/officeDocument/2006/relationships" id="261" r:id="R5d0d805eae204def"/>
    <p:sldId xmlns:r="http://schemas.openxmlformats.org/officeDocument/2006/relationships" id="262" r:id="R76545ef112a4440a"/>
    <p:sldId xmlns:r="http://schemas.openxmlformats.org/officeDocument/2006/relationships" id="263" r:id="R6600a31ff692424f"/>
    <p:sldId xmlns:r="http://schemas.openxmlformats.org/officeDocument/2006/relationships" id="264" r:id="R2ac59d771a9e43f4"/>
    <p:sldId xmlns:r="http://schemas.openxmlformats.org/officeDocument/2006/relationships" id="265" r:id="Raa1911dc9f7449b5"/>
    <p:sldId xmlns:r="http://schemas.openxmlformats.org/officeDocument/2006/relationships" id="266" r:id="R2d4a7b23d7754790"/>
    <p:sldId xmlns:r="http://schemas.openxmlformats.org/officeDocument/2006/relationships" id="267" r:id="R82ecc919e2ec45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5f11988ea9479b" /><Relationship Type="http://schemas.openxmlformats.org/officeDocument/2006/relationships/slideMaster" Target="/ppt/slideMasters/slideMaster1.xml" Id="Ref6c5150ecf8496d" /><Relationship Type="http://schemas.openxmlformats.org/officeDocument/2006/relationships/notesMaster" Target="/ppt/notesMasters/notesMaster1.xml" Id="R5cf29084bf4f4f94" /><Relationship Type="http://schemas.openxmlformats.org/officeDocument/2006/relationships/presProps" Target="/ppt/presProps.xml" Id="Ra6d8f86698fe448a" /><Relationship Type="http://schemas.openxmlformats.org/officeDocument/2006/relationships/tableStyles" Target="/ppt/tableStyles.xml" Id="Ra886738416cf4b6a" /><Relationship Type="http://schemas.openxmlformats.org/officeDocument/2006/relationships/slide" Target="/ppt/slides/slide1.xml" Id="Ra54df8e5f8174aea" /><Relationship Type="http://schemas.openxmlformats.org/officeDocument/2006/relationships/slide" Target="/ppt/slides/slide2.xml" Id="R3af55c5fb33e4e83" /><Relationship Type="http://schemas.openxmlformats.org/officeDocument/2006/relationships/slide" Target="/ppt/slides/slide3.xml" Id="Re06fd14b21b14908" /><Relationship Type="http://schemas.openxmlformats.org/officeDocument/2006/relationships/slide" Target="/ppt/slides/slide4.xml" Id="Rabe61c0a3c6342ac" /><Relationship Type="http://schemas.openxmlformats.org/officeDocument/2006/relationships/slide" Target="/ppt/slides/slide5.xml" Id="Re7b607bc7e8247fc" /><Relationship Type="http://schemas.openxmlformats.org/officeDocument/2006/relationships/slide" Target="/ppt/slides/slide6.xml" Id="R5d0d805eae204def" /><Relationship Type="http://schemas.openxmlformats.org/officeDocument/2006/relationships/slide" Target="/ppt/slides/slide7.xml" Id="R76545ef112a4440a" /><Relationship Type="http://schemas.openxmlformats.org/officeDocument/2006/relationships/slide" Target="/ppt/slides/slide8.xml" Id="R6600a31ff692424f" /><Relationship Type="http://schemas.openxmlformats.org/officeDocument/2006/relationships/slide" Target="/ppt/slides/slide9.xml" Id="R2ac59d771a9e43f4" /><Relationship Type="http://schemas.openxmlformats.org/officeDocument/2006/relationships/slide" Target="/ppt/slides/slide10.xml" Id="Raa1911dc9f7449b5" /><Relationship Type="http://schemas.openxmlformats.org/officeDocument/2006/relationships/slide" Target="/ppt/slides/slide11.xml" Id="R2d4a7b23d7754790" /><Relationship Type="http://schemas.openxmlformats.org/officeDocument/2006/relationships/slide" Target="/ppt/slides/slide12.xml" Id="R82ecc919e2ec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2213d950943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a06ffe41649b5" /><Relationship Type="http://schemas.openxmlformats.org/officeDocument/2006/relationships/notesMaster" Target="/ppt/notesMasters/notesMaster1.xml" Id="R0041878f267747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993209b02c478b" /><Relationship Type="http://schemas.openxmlformats.org/officeDocument/2006/relationships/notesMaster" Target="/ppt/notesMasters/notesMaster1.xml" Id="Rc960a943c27d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03a83f84d44307" /><Relationship Type="http://schemas.openxmlformats.org/officeDocument/2006/relationships/notesMaster" Target="/ppt/notesMasters/notesMaster1.xml" Id="R36ee4343ecaa43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293045d3c4ab8" /><Relationship Type="http://schemas.openxmlformats.org/officeDocument/2006/relationships/notesMaster" Target="/ppt/notesMasters/notesMaster1.xml" Id="Rba6d722c65d04a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b9802eff541cd" /><Relationship Type="http://schemas.openxmlformats.org/officeDocument/2006/relationships/notesMaster" Target="/ppt/notesMasters/notesMaster1.xml" Id="R2793aaad830c4b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9a65cb8d184b1b" /><Relationship Type="http://schemas.openxmlformats.org/officeDocument/2006/relationships/notesMaster" Target="/ppt/notesMasters/notesMaster1.xml" Id="R8f01df9ed6b948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952dd244614f86" /><Relationship Type="http://schemas.openxmlformats.org/officeDocument/2006/relationships/notesMaster" Target="/ppt/notesMasters/notesMaster1.xml" Id="Raa047456a2d045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17c35ea81a4e95" /><Relationship Type="http://schemas.openxmlformats.org/officeDocument/2006/relationships/notesMaster" Target="/ppt/notesMasters/notesMaster1.xml" Id="R40c057f6a5cf4f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f676caf60f4c7c" /><Relationship Type="http://schemas.openxmlformats.org/officeDocument/2006/relationships/notesMaster" Target="/ppt/notesMasters/notesMaster1.xml" Id="Rbcd0289350264a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0eebc683eb4cad" /><Relationship Type="http://schemas.openxmlformats.org/officeDocument/2006/relationships/notesMaster" Target="/ppt/notesMasters/notesMaster1.xml" Id="R440d7512f4bb49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e3b8c004734e5d" /><Relationship Type="http://schemas.openxmlformats.org/officeDocument/2006/relationships/notesMaster" Target="/ppt/notesMasters/notesMaster1.xml" Id="Rd5ae42b2a0dc40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356b6f0ed64807" /><Relationship Type="http://schemas.openxmlformats.org/officeDocument/2006/relationships/notesMaster" Target="/ppt/notesMasters/notesMaster1.xml" Id="R09aaad902c3e42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17bb118e9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9e0a3bb624ed3" /><Relationship Type="http://schemas.openxmlformats.org/officeDocument/2006/relationships/slideLayout" Target="/ppt/slideLayouts/slideLayout1.xml" Id="R13d84831e1b846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84831e1b8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88d92655b4a96" /><Relationship Type="http://schemas.openxmlformats.org/officeDocument/2006/relationships/notesSlide" Target="/ppt/notesSlides/notesSlide1.xml" Id="R328834b40d9649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35a87e0794688" /><Relationship Type="http://schemas.openxmlformats.org/officeDocument/2006/relationships/notesSlide" Target="/ppt/notesSlides/notesSlide2.xml" Id="Rcea6eb0ecf0f4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c6b60d5584f0b" /><Relationship Type="http://schemas.openxmlformats.org/officeDocument/2006/relationships/notesSlide" Target="/ppt/notesSlides/notesSlide3.xml" Id="R9855fd79471442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8d645772a4f05" /><Relationship Type="http://schemas.openxmlformats.org/officeDocument/2006/relationships/notesSlide" Target="/ppt/notesSlides/notesSlide4.xml" Id="Rbf536635a3aa40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48c80f1404740" /><Relationship Type="http://schemas.openxmlformats.org/officeDocument/2006/relationships/notesSlide" Target="/ppt/notesSlides/notesSlide5.xml" Id="R23e313a2e35c49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357bc5b474582" /><Relationship Type="http://schemas.openxmlformats.org/officeDocument/2006/relationships/notesSlide" Target="/ppt/notesSlides/notesSlide6.xml" Id="R5b5027a869b84a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4101376f34b5f" /><Relationship Type="http://schemas.openxmlformats.org/officeDocument/2006/relationships/notesSlide" Target="/ppt/notesSlides/notesSlide7.xml" Id="R7d987e0ca82549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99e6329c9433f" /><Relationship Type="http://schemas.openxmlformats.org/officeDocument/2006/relationships/notesSlide" Target="/ppt/notesSlides/notesSlide8.xml" Id="Rfaeae2f93bf84c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1ffc8eb6d48e8" /><Relationship Type="http://schemas.openxmlformats.org/officeDocument/2006/relationships/notesSlide" Target="/ppt/notesSlides/notesSlide9.xml" Id="R1f128730f4b247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40c21825b4bbe" /><Relationship Type="http://schemas.openxmlformats.org/officeDocument/2006/relationships/notesSlide" Target="/ppt/notesSlides/notesSlide10.xml" Id="Rc7f0954f54974b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36a2f7cc14eda" /><Relationship Type="http://schemas.openxmlformats.org/officeDocument/2006/relationships/notesSlide" Target="/ppt/notesSlides/notesSlide11.xml" Id="Rf4ba96d9ace94b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cc0afaf904e01" /><Relationship Type="http://schemas.openxmlformats.org/officeDocument/2006/relationships/notesSlide" Target="/ppt/notesSlides/notesSlide12.xml" Id="R335967e2c73f4a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77E8566-DF9E-4CEB-ACBC-F15A6B46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D3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BD3FF"/>
                </a:solidFill>
                <a:latin typeface="Aptos"/>
                <a:ea typeface="Aptos"/>
                <a:cs typeface="Aptos"/>
              </a:rPr>
              <a:t>RESEARCH + GAME DESIGN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9209CB1-5AA6-4AED-9830-61801B96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게임이 페르소나 연구 데이터가 되는 방법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43E907-112F-4903-B917-9D9103DA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자유 프롬프트로 만든 캐릭터가 생애 사건 속에서 어떻게 판단하고 변하는지 수집하는 프레임워크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D887E-5550-4457-955B-62090A3D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904875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CE615-4F8C-4E8D-8F9E-A1A7731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1619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626A30-0DA0-4904-992E-BCFF1B7D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524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CA206-21F0-4CA6-B233-FC93A26E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1619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C4DFF"/>
          </a:solidFill>
          <a:ln xmlns:a="http://schemas.openxmlformats.org/drawingml/2006/main" w="9525">
            <a:solidFill>
              <a:srgbClr val="7C4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63CEE22-76A9-47A1-926A-9FF61A9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86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0FFCB-7492-44A4-A9E5-816F79AA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1619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F81F59D-8B26-4283-828A-000A8B11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480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C44AF4-7C42-45EF-9AF4-FC3FC656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Prompt → Latent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Event → Action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→ Learning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351AD4-2FB6-473B-A5D5-6513DD05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2026-06-17</a:t>
            </a:r>
          </a:p>
        </p:txBody>
      </p:sp>
    </p:spTree>
    <p:extLst>
      <p:ext uri="{BB962C8B-B14F-4D97-AF65-F5344CB8AC3E}">
        <p14:creationId xmlns:p14="http://schemas.microsoft.com/office/powerpoint/2010/main" val="1874698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4D1CC64-2310-4014-878C-96D12F86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문제의식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BC0D1B-50BA-4BFD-A0C8-911D31BF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기존 페르소나 연구는 “설명문”에 너무 묶여 있다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7149A68-55FC-40D1-8569-C3D56190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사람 같은 캐릭터는 속성표가 아니라 상황 속 판단으로 드러난다.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CD676-D112-4B5A-B46C-33EEADFE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3A0D20-3526-4812-9E08-53ADBB8B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F4444"/>
                </a:solidFill>
                <a:latin typeface="Aptos"/>
                <a:ea typeface="Aptos"/>
                <a:cs typeface="Aptos"/>
              </a:rPr>
              <a:t>기존 방식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3B2EAD-1264-4AFA-8A0A-1198C4DE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성격, 배경, 말투를 미리 정의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2F5F81-A6B5-41CC-9D28-9A4E6C70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623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대화가 그 설정과 맞는지 평가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033D63-C868-479C-8D27-5A116B4E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연구자가 정한 틀 안에 캐릭터를 가둠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E3D71-7172-4CD4-9020-FDFDEF1C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707C780-E245-4A3C-BCAA-7FA228E9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제안 방식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FAD3F3-A7A8-4193-9A92-E388F332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프롬프트는 출발점일 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4C45E23-DCC8-4DB1-829B-D3FD658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사건 속 행동과 결과를 기록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6B25D9-3CF0-4D54-BE21-FF7D359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데이터에서 페르소나 구조를 학습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1FE7EBC-34F5-4D3A-98BA-D47292D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2/12</a:t>
            </a:r>
          </a:p>
        </p:txBody>
      </p:sp>
    </p:spTree>
    <p:extLst>
      <p:ext uri="{BB962C8B-B14F-4D97-AF65-F5344CB8AC3E}">
        <p14:creationId xmlns:p14="http://schemas.microsoft.com/office/powerpoint/2010/main" val="189151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6BB31DA3-5439-4BC5-8CD9-0F4EA430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쉬운 비유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C62D752-23F4-4BA4-8E1A-454CBDEE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페르소나는 “성격표”보다 “항해 기록”에 가깝다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86AE43-BC66-4772-AE0B-89FD7B4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한 사람을 이해하려면 출생 신고서보다, 그가 위기와 관계 속에서 어떤 선택을 했는지가 더 중요하다.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290C4-1271-474C-9E24-AA25DDF9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157D5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08FE73-4B63-402D-8F8C-9AFCEB87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프롬프트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B306F0-0B9D-4356-BB09-FC1446E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FADFB-3B43-40A0-8E0E-5DC0DE4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328DF2-3A51-47A5-B7F8-84F6B415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사건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DC42F38-E088-4CCF-8BB3-3D140A6B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19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9A658-7D95-4555-88D5-A95706B1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7C4DFF"/>
          </a:solidFill>
          <a:ln xmlns:a="http://schemas.openxmlformats.org/drawingml/2006/main" w="9525">
            <a:solidFill>
              <a:srgbClr val="7C4D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E95FBB0-6C2D-45F7-A261-EB3AAF5E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행동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F6A175E-03EC-4B15-AEF3-8B5C428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1D72C-4A9E-4100-945B-698DE300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0DC9B82-1107-4B5C-8F48-A1473E2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피드백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70443F-AEC0-41C0-8406-36536FBB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이 네 가지가 반복되면 “이 캐릭터는 어떤 사람인가?”를 행동 데이터로 볼 수 있다.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A6FB39E-18A6-4EB6-B4BD-727D1993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3/12</a:t>
            </a:r>
          </a:p>
        </p:txBody>
      </p:sp>
    </p:spTree>
    <p:extLst>
      <p:ext uri="{BB962C8B-B14F-4D97-AF65-F5344CB8AC3E}">
        <p14:creationId xmlns:p14="http://schemas.microsoft.com/office/powerpoint/2010/main" val="1779055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A258B91-4D82-4BC1-B58A-B72A2D12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시스템 구조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DFA261F-3440-4D14-B45B-E13C9E3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M1, M2, M3는 역할을 나눠야 한다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44636B-7C4A-4B95-87CF-81BF15A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모델을 하나로 뭉치면 연구 데이터가 흐려진다.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0D0F8-DD80-44B3-AB97-E069B560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084BAC-B12D-4F43-B7F1-34C2946F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A70A0C-C98B-452C-917A-0B8214C3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81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프롬프트를 초기 latent로 변환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DA029D-F178-4560-9A41-D176CA49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481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“이 캐릭터는 어디서 출발하는가?”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A63A0-AA39-4832-B00B-9C917C4E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FDFFF8-9934-4B73-AB82-7D9E6CB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C4D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C4DFF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EFB16BA-F982-4A2C-9DF0-8A677151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81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상황 속 행동을 결정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EB421B-FCB0-41E0-B559-1B914A7B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481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“이 사건에서 무엇을 할 것인가?”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8A9C4-B060-4139-BC1F-D0F2E258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8BC9384-3D30-4E2C-9811-32F7BEC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813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9FF562-8EAA-4E77-A383-DD378934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1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로그로 표현공간을 분석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E417BE6-AE1F-4E3E-8B01-38EF6BC0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481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“어떤 차원이 행동을 설명하는가?”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989B8C-C697-4B1A-9C75-48D26DEC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4/12</a:t>
            </a:r>
          </a:p>
        </p:txBody>
      </p:sp>
    </p:spTree>
    <p:extLst>
      <p:ext uri="{BB962C8B-B14F-4D97-AF65-F5344CB8AC3E}">
        <p14:creationId xmlns:p14="http://schemas.microsoft.com/office/powerpoint/2010/main" val="1747861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AD504FF-D8E7-446A-A8E3-B7BCD87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두 층의 상태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70707F6-75B4-4002-92A9-27F8589B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latent와 story flag를 섞으면 안 된다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58B7C0-00B9-4735-B3A7-B8FD5A3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하나는 부드러운 성향, 하나는 해석 가능한 이력이다.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00298-994E-4C19-814C-C5D97C5A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4476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314526-1B93-4AEF-B024-38B34A4F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81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Latent Vector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B0D1A5-32A8-4437-BD8B-D83A406E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76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숫자로 표현되는 부드러운 경향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5EEF28-AF2E-4BEA-827C-35D702B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사전정의된 성격 이름에 고정되지 않음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3800475-E53A-4795-B632-C8C44C51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M2 행동 점수에 직접 영향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974DC-2B99-430D-B450-12962F36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476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0394A8-719C-40CC-AFC8-9721610E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Story Flags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C6C1C3-83BD-4250-B883-61CDEDA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76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exam_score, major, reputation 같은 이력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C81BA18-DB39-4E8C-9310-D196E3CD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52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어떤 사건과 선택지가 열리는지 결정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CB2722-D7F0-4B49-859C-7B25895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9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플레이어가 이해할 수 있는 분기 근거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248ADE5-2992-45E5-9E04-2387F4A7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5/12</a:t>
            </a:r>
          </a:p>
        </p:txBody>
      </p:sp>
    </p:spTree>
    <p:extLst>
      <p:ext uri="{BB962C8B-B14F-4D97-AF65-F5344CB8AC3E}">
        <p14:creationId xmlns:p14="http://schemas.microsoft.com/office/powerpoint/2010/main" val="1792298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B2CAE39-A729-4566-93C8-44DA714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게임 루프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5104D45-5F3A-4BE9-81C4-E75D0E74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플레이어는 조종자가 아니라 관찰자이자 예측자다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0A0D2B8-E063-46C8-83E3-707D0B7C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그래야 플레이어의 선택 데이터가 아니라 캐릭터 행동 데이터가 쌓인다.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321CC-F4B4-4190-A649-E8F3C306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ECF842-D3ED-4EA2-8745-67A13AF0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19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9CB23E-3C83-43B6-B57C-56E70A8A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캐릭터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E64FD-EBE0-4EF3-964B-0F8432E1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55BEFC-48FF-4B8B-8809-20A0911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19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BD3FF7E-C44B-43EC-B143-77996F7A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67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사건 공개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85C6D-DF15-48EB-AE61-24CE125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30E1908-55BD-4A31-9E26-E36081BC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9E4F17-E580-44DB-A891-8FB2859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행동 예측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32BE9-C38C-416E-B1CC-56434CEB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F4757D2-A7FA-428B-9D3C-5E02F39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D73116-DE96-403D-B678-0E3AE1A7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M2 선택 공개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11F67-3E3E-49AE-8F47-1C253E53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629879C-37A1-4B81-9909-9234171E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43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5CDAE5-0665-4B40-A74C-3C5F2A9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91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피드백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A5DA3-7F85-4A93-A71B-7B2D236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E9DB8BB-C1FC-460F-A88D-A29733BB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43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6819159-A305-4D06-9B9B-DC613198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로그 저장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B63801E-26EB-408D-A862-245CCE5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6/12</a:t>
            </a:r>
          </a:p>
        </p:txBody>
      </p:sp>
    </p:spTree>
    <p:extLst>
      <p:ext uri="{BB962C8B-B14F-4D97-AF65-F5344CB8AC3E}">
        <p14:creationId xmlns:p14="http://schemas.microsoft.com/office/powerpoint/2010/main" val="618253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8D925DD-917C-4374-9201-08A83A07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연구 데이터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4E6127-D38A-48CC-97E7-89F79283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좋은 게임 루프는 그대로 좋은 데이터 스키마가 된다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A9C4A2-9354-40ED-9431-5236135F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event log 하나가 연구의 기본 단위다.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A1D03-90E1-4DAF-B78D-9EC74CD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0096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9C6089-9792-4000-B350-5D8CF3FA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{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  event_id, visible_action_ids,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  player_predicted_action_id,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  m2_selected_action_id, action_scores,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  latent_before, latent_after,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  flags_before, flags_after,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  player_feedback</a:t>
            </a:r>
          </a:p>
          <a:p xmlns:a="http://schemas.openxmlformats.org/drawingml/2006/main">
            <a:pPr algn="l">
              <a:defRPr sz="19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73A3557-A3D1-41B2-AFD6-0DE31763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7/12</a:t>
            </a:r>
          </a:p>
        </p:txBody>
      </p:sp>
    </p:spTree>
    <p:extLst>
      <p:ext uri="{BB962C8B-B14F-4D97-AF65-F5344CB8AC3E}">
        <p14:creationId xmlns:p14="http://schemas.microsoft.com/office/powerpoint/2010/main" val="1693618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BDF3737-7310-4014-BA07-EE09ABE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현재 레포 상태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C9A4D95-0D39-41E2-B804-4CEFF22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이미 72개 생애 사건 초안이 있다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7DC21D6-A34C-4D8B-8E93-959B8DDB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하지만 “있는 것”과 “게임에 완전히 연결된 것”은 다르다.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6A39A-EE0C-44B1-9876-C64799B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15B1A7-24E9-48FD-A7E7-DED14B43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98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F0C12D8-DE27-4642-8B7D-20DF0E9A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arc0~arc7 이벤트 초안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ADB24-6DF8-46AA-869C-042A5275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F72B7B-4100-4EA5-8779-76F873DA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003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통과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02E8EB9-142B-4CC0-A007-1CC9954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67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현재 npm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5A16E-3701-461D-B7F0-45EB0DC8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D984A6-03A5-4FA1-8A11-B603503E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03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위험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0FAB4A5-26F0-4B2A-8A4F-61AB632A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전체 arc 검증/런타임 편입 미완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F109842-D5F8-41FD-86C1-0A3893D2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8/12</a:t>
            </a:r>
          </a:p>
        </p:txBody>
      </p:sp>
    </p:spTree>
    <p:extLst>
      <p:ext uri="{BB962C8B-B14F-4D97-AF65-F5344CB8AC3E}">
        <p14:creationId xmlns:p14="http://schemas.microsoft.com/office/powerpoint/2010/main" val="246937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4B3C5C7-9CAC-46CC-9A9B-0CB5F46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다음 개발 핵심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F247334-3C4A-4535-8D00-522D95DD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전체 run을 처음에 뽑지 말고 stepper로 바꿔야 한다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9C2F3F9-6AB6-4970-80EF-58BB5C4A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선택 결과가 다음 사건을 바꾸려면 매 step마다 후보를 다시 계산해야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850E1-449D-4F66-A634-31F3BD4F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381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B56CCE-0B64-4BAB-A6C9-63BF1B1B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현재 위험 구조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CE7851-7B87-4C23-87EF-8EFCF92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처음에 전체 사건을 미리 샘플링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35C1FB-F35E-447C-BB55-4C81D156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중간 선택으로 flag가 바뀌어도 뒤 사건에 반영 약함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25A5C-B1E0-4426-A467-1075E4A9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381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DD745B7-3D61-44D0-BC0A-5EA1728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권장 구조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4E07E7-272F-4FDD-AE3B-348CAB8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nextEvent()로 매번 후보 재계산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4A0B9B9-C95D-41BE-A868-39BC2AB4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00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applyAction() 후 flags 즉시 반영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9108B39-582C-4341-A558-D7DD723C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9/12</a:t>
            </a:r>
          </a:p>
        </p:txBody>
      </p:sp>
    </p:spTree>
    <p:extLst>
      <p:ext uri="{BB962C8B-B14F-4D97-AF65-F5344CB8AC3E}">
        <p14:creationId xmlns:p14="http://schemas.microsoft.com/office/powerpoint/2010/main" val="165042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171EE48-E71C-4BC3-8D3A-F9FEDEE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이 연구가 답할 수 있는 질문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5A41A97-3D07-4F1D-9580-F2FCD6BF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게임 로그는 논문 데이터가 된다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F518C2-014F-4866-9CEC-8D25FFC1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재미와 연구가 같은 방향으로 움직여야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377D8-F08D-4652-80EB-E6DFAA3B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933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89B6D4-0DB6-4573-986F-BEF088B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자유 프롬프트는 어떤 초기 latent를 만드는가?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D774E-372E-4B09-94BF-34446876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933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E606D41-3AEE-4F16-98EA-691B5919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38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같은 캐릭터라도 seed에 따라 경로가 얼마나 달라지는가?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B00A8-2833-4991-A562-8A62A71A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33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7F754A-4FDE-487B-A666-AD2C4027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9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플레이어는 자신이 만든 캐릭터를 얼마나 잘 예측하는가?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1525E-C841-488A-AB05-17E7E355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33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0B90A8-88BB-4F9E-BB93-326B4C96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어떤 사건이 페르소나를 크게 바꾸는가?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917A782-08E1-4B41-9CD2-B571FBE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10/12</a:t>
            </a:r>
          </a:p>
        </p:txBody>
      </p:sp>
    </p:spTree>
    <p:extLst>
      <p:ext uri="{BB962C8B-B14F-4D97-AF65-F5344CB8AC3E}">
        <p14:creationId xmlns:p14="http://schemas.microsoft.com/office/powerpoint/2010/main" val="1268921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E5DB599-FEBF-4758-A309-C2E97D92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주의점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609A5C1-E001-4B9B-94DD-AB6B8B18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3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B"/>
                </a:solidFill>
                <a:latin typeface="Aptos"/>
                <a:ea typeface="Aptos"/>
                <a:cs typeface="Aptos"/>
              </a:rPr>
              <a:t>이건 심리검사가 아니라 연구용 시뮬레이션이다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533F90-FC32-41A7-877E-B72A78E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사용자에게 내부 벡터를 성격 진단처럼 보여주면 안 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08B9C-490A-4A08-83D3-C719E76C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107F1F-686D-4265-8381-40E974F4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개인정보 입력을 피하도록 안내하고, 연구 export는 익명 ID를 사용한다.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847739-E176-42F6-931E-1925A887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latent 숫자는 내부 연구 로그로 저장하고, UI에는 사건 기반 변화 문장으로 보여준다.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EF81FE-28CD-4728-BB81-C64C46B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• 피드백은 플레이어의 정답/오답이 아니라 모델의 캐릭터 일관성 신호로 해석한다.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390D38-0526-43EF-855A-39782224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Persona Collection Lab · 11/12</a:t>
            </a:r>
          </a:p>
        </p:txBody>
      </p:sp>
    </p:spTree>
    <p:extLst>
      <p:ext uri="{BB962C8B-B14F-4D97-AF65-F5344CB8AC3E}">
        <p14:creationId xmlns:p14="http://schemas.microsoft.com/office/powerpoint/2010/main" val="1110897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ECB3FF7-8090-4DE9-8B93-24A611CB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D3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BD3FF"/>
                </a:solidFill>
                <a:latin typeface="Aptos"/>
                <a:ea typeface="Aptos"/>
                <a:cs typeface="Aptos"/>
              </a:rPr>
              <a:t>결론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01801E3-9FF9-4850-A85A-5FFF5CE0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Persona Collection Lab은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“캐릭터를 만드는 게임”이 아니라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“페르소나가 형성되는 과정을 관찰하는 실험장”이다.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3FBC4DB-3F0B-40C8-8790-3AD8E30B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다음 개발의 핵심: 전체 arc 검증 → stepper runtime → 예측 UI → 연구 로그 v2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F28FC8-6BBC-46C7-AB72-821F5D07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Game fun and research data should be the same loop.</a:t>
            </a:r>
          </a:p>
        </p:txBody>
      </p:sp>
    </p:spTree>
    <p:extLst>
      <p:ext uri="{BB962C8B-B14F-4D97-AF65-F5344CB8AC3E}">
        <p14:creationId xmlns:p14="http://schemas.microsoft.com/office/powerpoint/2010/main" val="371811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2026-06-16T19:01:47.4950000Z</dcterms:created>
  <dcterms:modified xsi:type="dcterms:W3CDTF">2026-06-16T19:01:47.4950000Z</dcterms:modified>
</coreProperties>
</file>